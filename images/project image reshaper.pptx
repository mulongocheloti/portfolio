
<file path=[Content_Types].xml><?xml version="1.0" encoding="utf-8"?>
<Types xmlns="http://schemas.openxmlformats.org/package/2006/content-types">
  <Default Extension="jpeg" ContentType="image/jpeg"/>
  <Default Extension="jpg" ContentType="image/pn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1" r:id="rId2"/>
    <p:sldId id="256" r:id="rId3"/>
    <p:sldId id="262" r:id="rId4"/>
    <p:sldId id="258" r:id="rId5"/>
    <p:sldId id="259" r:id="rId6"/>
    <p:sldId id="260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81" d="100"/>
          <a:sy n="81" d="100"/>
        </p:scale>
        <p:origin x="84" y="1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23D4C0-F447-B9E5-BA4B-251CDCD7FC7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E3D7247-22CC-44B5-E0F7-5B87C8582F0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0ED504E-FDBE-166C-5971-F634EE27D5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DB7E8E-0D8F-4857-ABCB-045EA174D092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072B2A9-648E-596F-877F-DE5A084950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CB59399-43E0-6C96-AC58-CA5A872B27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EFD30B-C33F-4D5F-9D2D-D3CAAC1F3A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54864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9990E4-7DFF-74E9-2506-8C4F8D051F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B501B7-3A65-FB12-0532-A06FFAD97A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63B26A3-4F4B-AF97-AB22-07ADAC8FB9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DB7E8E-0D8F-4857-ABCB-045EA174D092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0C33DE-9D3D-8894-A583-EE3C4B0968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9CC3EA9-DB70-59D6-9F72-8C6680241A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EFD30B-C33F-4D5F-9D2D-D3CAAC1F3A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211074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0545C7-6201-3B2C-ACA3-7867C42615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C81A081-24B8-7E93-3325-989047CD4E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9B116DB-A169-C39D-317D-8552754FD7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DB7E8E-0D8F-4857-ABCB-045EA174D092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CA5752-2981-54C9-7433-D75906B51F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F0CC7A0-1569-B6EF-6632-8D05562FF6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EFD30B-C33F-4D5F-9D2D-D3CAAC1F3A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48923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E2F7BD-A1E1-7DF8-F09C-02073CC668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536601-5667-DC59-4EBD-25E332C9A51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79E6688-CCEB-ABDB-1AF6-E4A17706C2F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BEFB972-A522-B868-8CAD-CAEA8650D8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DB7E8E-0D8F-4857-ABCB-045EA174D092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9E03A1D-39F9-E3CF-588A-71E9EEE189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6C0DA67-C6F6-C007-188D-60296B85AA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EFD30B-C33F-4D5F-9D2D-D3CAAC1F3A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276361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25C3C6-4D76-6D56-B5AF-A4D0AE5863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8B5089B-41E5-B8A5-D189-1CAB607BD53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65C4851-BE48-5EEA-4999-5F2D053CD76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77D2A82-4A68-E28E-7C52-9D646E70A99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2BCC072-D921-8AD6-EAB1-9C20ABEF275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27F3661-A126-B103-A049-B7996FB70F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DB7E8E-0D8F-4857-ABCB-045EA174D092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C6F8401-A3D7-0D0E-B942-990CE0E8A8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83F3F01-87F2-008E-F3DB-BD6BA8B694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EFD30B-C33F-4D5F-9D2D-D3CAAC1F3A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55594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F699D1-BBFC-189C-C3CB-4651A8AA46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0DA31EC-840B-FD77-DB06-8E039257BF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DB7E8E-0D8F-4857-ABCB-045EA174D092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E1911CF-BD9A-BA5E-FD39-F504ABC021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741B161-AAE8-0B9D-B89C-F16CFF39DD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EFD30B-C33F-4D5F-9D2D-D3CAAC1F3A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009238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7E3A74D-52F4-7A82-F5C0-0707123218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DB7E8E-0D8F-4857-ABCB-045EA174D092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026B623-DA5B-616F-A111-E886910E98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6F365F2-533A-616A-112A-A5B43E3F99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EFD30B-C33F-4D5F-9D2D-D3CAAC1F3A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684633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D5D168-AFF3-57A4-67CF-EF9F622A2B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F9A95F-BD1C-F715-BF96-06DF80EEC9D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BE20E34-B24C-A01A-9821-AEDD115DF5B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6226A50-BBA7-80DB-E144-C8497DE45C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DB7E8E-0D8F-4857-ABCB-045EA174D092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1496C81-9856-C63B-1F8C-D51D1E2BC4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381AB77-EC92-29E2-6D1B-6599DF48F4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EFD30B-C33F-4D5F-9D2D-D3CAAC1F3A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36009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31E959-4D4F-7B51-3570-71FDBEBD02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254D8F7-AF10-B78D-65D6-1F8E4B5410E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C5645FE-8432-CBE3-DDE2-132ED1DD073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B58E9C8-92A6-5926-ABFE-E6AA148FA0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DB7E8E-0D8F-4857-ABCB-045EA174D092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201C6BB-2914-F28C-BD36-9A9C60B22A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B5A177C-2CEC-896A-C261-4CC04CC495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EFD30B-C33F-4D5F-9D2D-D3CAAC1F3A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12789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27D9D2-09B5-B40F-17C6-CC932E3CBB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20F7509-83AE-A7A3-B539-B7FB67203EE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8FBF841-1D83-76DF-91FF-5F47C70335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DB7E8E-0D8F-4857-ABCB-045EA174D092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F3904DB-CE8D-0F7D-3D67-8ACDB3C3ED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B650ED8-3EA6-3056-001D-D2855D878C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EFD30B-C33F-4D5F-9D2D-D3CAAC1F3A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57748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30BB715-C876-2888-9334-A1F29C516E5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8CC00C4-6F99-92A1-8A90-52A1735FFA7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1648928-B663-0251-2497-602F21480F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DB7E8E-0D8F-4857-ABCB-045EA174D092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2284955-0581-F12E-BFAF-F87A5D65EC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0EFD70E-26E6-3A3D-1B28-EC7C23E07B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EFD30B-C33F-4D5F-9D2D-D3CAAC1F3A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346923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A5A44FB-0F2E-6D66-33C0-A4C0C9675F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A6E26CC-C29D-2AC1-B0FD-05540C9D7FA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277AD28-957C-AF12-2342-8EA57A50B09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3DB7E8E-0D8F-4857-ABCB-045EA174D092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3943741-206E-7678-6BB4-2F8ECA72851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D759BA-5FC6-71C1-6544-D36C38D7E77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4EFD30B-C33F-4D5F-9D2D-D3CAAC1F3A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441570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47942995-B07F-4636-9A06-C6A104B260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D32DCA5-0B8E-6181-9A65-032B1B2FCB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3810" y="2960716"/>
            <a:ext cx="4036334" cy="2387600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54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RESHAPER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032D8612-31EB-44CF-A1D0-14FD4C7054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2984992"/>
            <a:ext cx="731521" cy="673460"/>
            <a:chOff x="3940602" y="308034"/>
            <a:chExt cx="2116791" cy="3428999"/>
          </a:xfrm>
          <a:solidFill>
            <a:schemeClr val="accent4"/>
          </a:solidFill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F19A4A0F-1B59-4DB0-9764-D10936E9877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940602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F399A70F-F8CD-4992-9EF5-6CF15472E73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715626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48F4FEDC-6D80-458C-A665-075D9B9500F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490650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7" name="Rectangle 16">
            <a:extLst>
              <a:ext uri="{FF2B5EF4-FFF2-40B4-BE49-F238E27FC236}">
                <a16:creationId xmlns:a16="http://schemas.microsoft.com/office/drawing/2014/main" id="{B81933D1-5615-42C7-9C0B-4EB7105CCE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0697670" y="0"/>
            <a:ext cx="1494330" cy="6858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19C9EAEA-39D0-4B0E-A0EB-51E7B26740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85810" y="391886"/>
            <a:ext cx="6009366" cy="6017078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309C390-3E55-ACB9-C852-26F2BCCF278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22492" y="1282103"/>
            <a:ext cx="5536001" cy="42350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586120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32FE18D8-564F-CA45-16F3-6DCF6EA58FA8}"/>
              </a:ext>
            </a:extLst>
          </p:cNvPr>
          <p:cNvSpPr/>
          <p:nvPr/>
        </p:nvSpPr>
        <p:spPr>
          <a:xfrm>
            <a:off x="1311728" y="479689"/>
            <a:ext cx="9568543" cy="589862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D293B88-021D-BF8F-57C2-B94D2475D17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11727" y="736415"/>
            <a:ext cx="9568543" cy="53851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617388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41939C-6742-C7C5-2F9E-D8A86AC9CC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36F51B5F-FE77-8507-D577-92C0F7AA5397}"/>
              </a:ext>
            </a:extLst>
          </p:cNvPr>
          <p:cNvSpPr/>
          <p:nvPr/>
        </p:nvSpPr>
        <p:spPr>
          <a:xfrm>
            <a:off x="1311728" y="479689"/>
            <a:ext cx="9568543" cy="589862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881CD1F-A642-B1BB-C34A-487EA91F282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86051" y="741866"/>
            <a:ext cx="9419897" cy="53742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355754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FEF8C4-C4DB-C964-04E8-3A756A9FE9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5D15B6F4-1153-FDF3-96F3-B7EED9160708}"/>
              </a:ext>
            </a:extLst>
          </p:cNvPr>
          <p:cNvSpPr/>
          <p:nvPr/>
        </p:nvSpPr>
        <p:spPr>
          <a:xfrm>
            <a:off x="1311729" y="479690"/>
            <a:ext cx="9568543" cy="589862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A94F429-31AC-71F0-C975-C1495255BAB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53" r="753"/>
          <a:stretch>
            <a:fillRect/>
          </a:stretch>
        </p:blipFill>
        <p:spPr>
          <a:xfrm>
            <a:off x="1311728" y="695210"/>
            <a:ext cx="9568543" cy="54675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048834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0DE450-6318-FB04-D071-CF0D7A3C24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09F4E2BC-3456-6161-A11A-75EB5B5764B0}"/>
              </a:ext>
            </a:extLst>
          </p:cNvPr>
          <p:cNvSpPr/>
          <p:nvPr/>
        </p:nvSpPr>
        <p:spPr>
          <a:xfrm>
            <a:off x="1311729" y="479690"/>
            <a:ext cx="9568543" cy="589862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11EDA06-2D91-BCF9-2725-F723FACB367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561" t="15866" r="23273" b="19333"/>
          <a:stretch>
            <a:fillRect/>
          </a:stretch>
        </p:blipFill>
        <p:spPr>
          <a:xfrm>
            <a:off x="1408751" y="978409"/>
            <a:ext cx="9374498" cy="49335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811362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C2D1C9-CEB7-1A64-A60C-BAF6B1CBC9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CA0E2A92-9D46-E30A-E2E4-A9904E4B0A9C}"/>
              </a:ext>
            </a:extLst>
          </p:cNvPr>
          <p:cNvSpPr/>
          <p:nvPr/>
        </p:nvSpPr>
        <p:spPr>
          <a:xfrm>
            <a:off x="1311729" y="479690"/>
            <a:ext cx="9568543" cy="589862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DDE73D1-6905-0535-E750-3A5028C4660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3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19853" y="1231582"/>
            <a:ext cx="9352294" cy="43948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635792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142</TotalTime>
  <Words>1</Words>
  <Application>Microsoft Office PowerPoint</Application>
  <PresentationFormat>Widescreen</PresentationFormat>
  <Paragraphs>1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Aptos</vt:lpstr>
      <vt:lpstr>Aptos Display</vt:lpstr>
      <vt:lpstr>Arial</vt:lpstr>
      <vt:lpstr>Office Theme</vt:lpstr>
      <vt:lpstr>RESHAPER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Paul Cheloti Mulongo</dc:creator>
  <cp:lastModifiedBy>Paul Cheloti Mulongo</cp:lastModifiedBy>
  <cp:revision>4</cp:revision>
  <dcterms:created xsi:type="dcterms:W3CDTF">2026-08-26T20:34:26Z</dcterms:created>
  <dcterms:modified xsi:type="dcterms:W3CDTF">2026-08-27T16:29:39Z</dcterms:modified>
</cp:coreProperties>
</file>