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2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D4C0-F447-B9E5-BA4B-251CDCD7F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D7247-22CC-44B5-E0F7-5B87C8582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D504E-FDBE-166C-5971-F634EE27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B2A9-648E-596F-877F-DE5A08495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59399-43E0-6C96-AC58-CA5A872B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8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90E4-7DFF-74E9-2506-8C4F8D05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501B7-3A65-FB12-0532-A06FFAD97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B26A3-4F4B-AF97-AB22-07ADAC8FB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C33DE-9D3D-8894-A583-EE3C4B09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C3EA9-DB70-59D6-9F72-8C668024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1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45C7-6201-3B2C-ACA3-7867C4261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1A081-24B8-7E93-3325-989047CD4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116DB-A169-C39D-317D-8552754F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A5752-2981-54C9-7433-D75906B5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CC7A0-1569-B6EF-6632-8D05562F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9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F7BD-A1E1-7DF8-F09C-02073CC6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36601-5667-DC59-4EBD-25E332C9A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E6688-CCEB-ABDB-1AF6-E4A17706C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FB972-A522-B868-8CAD-CAEA8650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03A1D-39F9-E3CF-588A-71E9EEE1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0DA67-C6F6-C007-188D-60296B85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6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5C3C6-4D76-6D56-B5AF-A4D0AE586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5089B-41E5-B8A5-D189-1CAB607BD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C4851-BE48-5EEA-4999-5F2D053CD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D2A82-4A68-E28E-7C52-9D646E70A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BCC072-D921-8AD6-EAB1-9C20ABEF27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7F3661-A126-B103-A049-B7996FB70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6F8401-A3D7-0D0E-B942-990CE0E8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3F3F01-87F2-008E-F3DB-BD6BA8B6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699D1-BBFC-189C-C3CB-4651A8AA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A31EC-840B-FD77-DB06-8E039257B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11CF-BD9A-BA5E-FD39-F504ABC0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1B161-AAE8-0B9D-B89C-F16CFF39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9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3A74D-52F4-7A82-F5C0-07071232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6B623-DA5B-616F-A111-E886910E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365F2-533A-616A-112A-A5B43E3F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4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D168-AFF3-57A4-67CF-EF9F622A2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9A95F-BD1C-F715-BF96-06DF80EEC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20E34-B24C-A01A-9821-AEDD115DF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26A50-BBA7-80DB-E144-C8497DE4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96C81-9856-C63B-1F8C-D51D1E2B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1AB77-EC92-29E2-6D1B-6599DF48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0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E959-4D4F-7B51-3570-71FDBEBD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54D8F7-AF10-B78D-65D6-1F8E4B541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645FE-8432-CBE3-DDE2-132ED1DD0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8E9C8-92A6-5926-ABFE-E6AA148F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1C6BB-2914-F28C-BD36-9A9C60B2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A177C-2CEC-896A-C261-4CC04CC4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7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D9D2-09B5-B40F-17C6-CC932E3CB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F7509-83AE-A7A3-B539-B7FB67203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BF841-1D83-76DF-91FF-5F47C703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904DB-CE8D-0F7D-3D67-8ACDB3C3E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50ED8-3EA6-3056-001D-D2855D87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74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BB715-C876-2888-9334-A1F29C516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C00C4-6F99-92A1-8A90-52A1735FF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48928-B663-0251-2497-602F2148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84955-0581-F12E-BFAF-F87A5D65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FD70E-26E6-3A3D-1B28-EC7C23E0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6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5A44FB-0F2E-6D66-33C0-A4C0C967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E26CC-C29D-2AC1-B0FD-05540C9D7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7AD28-957C-AF12-2342-8EA57A50B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B7E8E-0D8F-4857-ABCB-045EA174D09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43741-206E-7678-6BB4-2F8ECA728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759BA-5FC6-71C1-6544-D36C38D7E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FD30B-C33F-4D5F-9D2D-D3CAAC1F3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1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2DCA5-0B8E-6181-9A65-032B1B2FC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RESHAPER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9C390-3E55-ACB9-C852-26F2BCCF2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1282103"/>
            <a:ext cx="5536001" cy="42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861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FE18D8-564F-CA45-16F3-6DCF6EA58FA8}"/>
              </a:ext>
            </a:extLst>
          </p:cNvPr>
          <p:cNvSpPr/>
          <p:nvPr/>
        </p:nvSpPr>
        <p:spPr>
          <a:xfrm>
            <a:off x="1311728" y="479689"/>
            <a:ext cx="9568543" cy="5898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293B88-021D-BF8F-57C2-B94D2475D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727" y="736415"/>
            <a:ext cx="9568543" cy="538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17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939C-6742-C7C5-2F9E-D8A86AC9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F51B5F-FE77-8507-D577-92C0F7AA5397}"/>
              </a:ext>
            </a:extLst>
          </p:cNvPr>
          <p:cNvSpPr/>
          <p:nvPr/>
        </p:nvSpPr>
        <p:spPr>
          <a:xfrm>
            <a:off x="1311728" y="479689"/>
            <a:ext cx="9568543" cy="5898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81CD1F-A642-B1BB-C34A-487EA91F2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051" y="741866"/>
            <a:ext cx="9419897" cy="537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57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F8C4-C4DB-C964-04E8-3A756A9F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15B6F4-1153-FDF3-96F3-B7EED9160708}"/>
              </a:ext>
            </a:extLst>
          </p:cNvPr>
          <p:cNvSpPr/>
          <p:nvPr/>
        </p:nvSpPr>
        <p:spPr>
          <a:xfrm>
            <a:off x="1311729" y="479690"/>
            <a:ext cx="9568543" cy="5898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4F429-31AC-71F0-C975-C1495255B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" r="753"/>
          <a:stretch>
            <a:fillRect/>
          </a:stretch>
        </p:blipFill>
        <p:spPr>
          <a:xfrm>
            <a:off x="1311728" y="695210"/>
            <a:ext cx="9568543" cy="546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88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E450-6318-FB04-D071-CF0D7A3C2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F4E2BC-3456-6161-A11A-75EB5B5764B0}"/>
              </a:ext>
            </a:extLst>
          </p:cNvPr>
          <p:cNvSpPr/>
          <p:nvPr/>
        </p:nvSpPr>
        <p:spPr>
          <a:xfrm>
            <a:off x="1311729" y="479690"/>
            <a:ext cx="9568543" cy="5898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EDA06-2D91-BCF9-2725-F723FACB3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1" t="15866" r="23273" b="19333"/>
          <a:stretch>
            <a:fillRect/>
          </a:stretch>
        </p:blipFill>
        <p:spPr>
          <a:xfrm>
            <a:off x="1408751" y="978409"/>
            <a:ext cx="9374498" cy="493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13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2D1C9-CEB7-1A64-A60C-BAF6B1CB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0E2A92-9D46-E30A-E2E4-A9904E4B0A9C}"/>
              </a:ext>
            </a:extLst>
          </p:cNvPr>
          <p:cNvSpPr/>
          <p:nvPr/>
        </p:nvSpPr>
        <p:spPr>
          <a:xfrm>
            <a:off x="1311729" y="479690"/>
            <a:ext cx="9568543" cy="5898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DE73D1-6905-0535-E750-3A5028C46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853" y="1231582"/>
            <a:ext cx="9352294" cy="439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57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RESHAPER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Cheloti Mulongo</dc:creator>
  <cp:lastModifiedBy>Paul Cheloti Mulongo</cp:lastModifiedBy>
  <cp:revision>7</cp:revision>
  <dcterms:created xsi:type="dcterms:W3CDTF">2026-08-26T20:34:26Z</dcterms:created>
  <dcterms:modified xsi:type="dcterms:W3CDTF">2026-08-27T19:22:39Z</dcterms:modified>
</cp:coreProperties>
</file>