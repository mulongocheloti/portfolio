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6" r:id="rId3"/>
    <p:sldId id="262" r:id="rId4"/>
    <p:sldId id="258" r:id="rId5"/>
    <p:sldId id="259" r:id="rId6"/>
    <p:sldId id="260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5" d="100"/>
          <a:sy n="145" d="100"/>
        </p:scale>
        <p:origin x="138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3D4C0-F447-B9E5-BA4B-251CDCD7FC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3D7247-22CC-44B5-E0F7-5B87C8582F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ED504E-FDBE-166C-5971-F634EE27D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72B2A9-648E-596F-877F-DE5A08495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B59399-43E0-6C96-AC58-CA5A872B2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486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990E4-7DFF-74E9-2506-8C4F8D051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B501B7-3A65-FB12-0532-A06FFAD97A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3B26A3-4F4B-AF97-AB22-07ADAC8FB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C33DE-9D3D-8894-A583-EE3C4B096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CC3EA9-DB70-59D6-9F72-8C6680241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1107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545C7-6201-3B2C-ACA3-7867C4261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1A081-24B8-7E93-3325-989047CD4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B116DB-A169-C39D-317D-8552754FD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A5752-2981-54C9-7433-D75906B51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CC7A0-1569-B6EF-6632-8D05562FF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892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2F7BD-A1E1-7DF8-F09C-02073CC66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36601-5667-DC59-4EBD-25E332C9A5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9E6688-CCEB-ABDB-1AF6-E4A17706C2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EFB972-A522-B868-8CAD-CAEA8650D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E03A1D-39F9-E3CF-588A-71E9EEE18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C0DA67-C6F6-C007-188D-60296B85A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763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5C3C6-4D76-6D56-B5AF-A4D0AE5863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B5089B-41E5-B8A5-D189-1CAB607BD5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C4851-BE48-5EEA-4999-5F2D053CD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7D2A82-4A68-E28E-7C52-9D646E70A9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BCC072-D921-8AD6-EAB1-9C20ABEF27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7F3661-A126-B103-A049-B7996FB70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6F8401-A3D7-0D0E-B942-990CE0E8A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3F3F01-87F2-008E-F3DB-BD6BA8B69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55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699D1-BBFC-189C-C3CB-4651A8AA4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DA31EC-840B-FD77-DB06-8E039257B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1911CF-BD9A-BA5E-FD39-F504ABC0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41B161-AAE8-0B9D-B89C-F16CFF39D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0923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E3A74D-52F4-7A82-F5C0-070712321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26B623-DA5B-616F-A111-E886910E9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365F2-533A-616A-112A-A5B43E3F9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846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D5D168-AFF3-57A4-67CF-EF9F622A2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9A95F-BD1C-F715-BF96-06DF80EEC9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E20E34-B24C-A01A-9821-AEDD115DF5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226A50-BBA7-80DB-E144-C8497DE45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496C81-9856-C63B-1F8C-D51D1E2BC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81AB77-EC92-29E2-6D1B-6599DF48F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600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1E959-4D4F-7B51-3570-71FDBEBD0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54D8F7-AF10-B78D-65D6-1F8E4B5410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5645FE-8432-CBE3-DDE2-132ED1DD07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58E9C8-92A6-5926-ABFE-E6AA148FA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01C6BB-2914-F28C-BD36-9A9C60B22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5A177C-2CEC-896A-C261-4CC04CC49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278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7D9D2-09B5-B40F-17C6-CC932E3CB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0F7509-83AE-A7A3-B539-B7FB67203E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FBF841-1D83-76DF-91FF-5F47C7033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904DB-CE8D-0F7D-3D67-8ACDB3C3E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50ED8-3EA6-3056-001D-D2855D878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774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0BB715-C876-2888-9334-A1F29C516E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C00C4-6F99-92A1-8A90-52A1735FF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648928-B663-0251-2497-602F21480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284955-0581-F12E-BFAF-F87A5D65E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EFD70E-26E6-3A3D-1B28-EC7C23E07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4692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5A44FB-0F2E-6D66-33C0-A4C0C9675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6E26CC-C29D-2AC1-B0FD-05540C9D7F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77AD28-957C-AF12-2342-8EA57A50B0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DB7E8E-0D8F-4857-ABCB-045EA174D09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943741-206E-7678-6BB4-2F8ECA7285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D759BA-5FC6-71C1-6544-D36C38D7E7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EFD30B-C33F-4D5F-9D2D-D3CAAC1F3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415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32DCA5-0B8E-6181-9A65-032B1B2FC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RESHAPER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09C390-3E55-ACB9-C852-26F2BCCF27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2492" y="1282103"/>
            <a:ext cx="5536001" cy="423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8612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2FE18D8-564F-CA45-16F3-6DCF6EA58FA8}"/>
              </a:ext>
            </a:extLst>
          </p:cNvPr>
          <p:cNvSpPr/>
          <p:nvPr/>
        </p:nvSpPr>
        <p:spPr>
          <a:xfrm>
            <a:off x="1311728" y="479689"/>
            <a:ext cx="9568543" cy="589862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293B88-021D-BF8F-57C2-B94D2475D1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1727" y="736415"/>
            <a:ext cx="9568543" cy="5385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1738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1939C-6742-C7C5-2F9E-D8A86AC9C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6F51B5F-FE77-8507-D577-92C0F7AA5397}"/>
              </a:ext>
            </a:extLst>
          </p:cNvPr>
          <p:cNvSpPr/>
          <p:nvPr/>
        </p:nvSpPr>
        <p:spPr>
          <a:xfrm>
            <a:off x="1311728" y="479689"/>
            <a:ext cx="9568543" cy="589862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81CD1F-A642-B1BB-C34A-487EA91F28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6051" y="741866"/>
            <a:ext cx="9419897" cy="5374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557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EF8C4-C4DB-C964-04E8-3A756A9FE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D15B6F4-1153-FDF3-96F3-B7EED9160708}"/>
              </a:ext>
            </a:extLst>
          </p:cNvPr>
          <p:cNvSpPr/>
          <p:nvPr/>
        </p:nvSpPr>
        <p:spPr>
          <a:xfrm>
            <a:off x="1311729" y="479690"/>
            <a:ext cx="9568543" cy="589862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94F429-31AC-71F0-C975-C1495255BA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3" r="753"/>
          <a:stretch>
            <a:fillRect/>
          </a:stretch>
        </p:blipFill>
        <p:spPr>
          <a:xfrm>
            <a:off x="1311728" y="695210"/>
            <a:ext cx="9568543" cy="5467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488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DE450-6318-FB04-D071-CF0D7A3C2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9F4E2BC-3456-6161-A11A-75EB5B5764B0}"/>
              </a:ext>
            </a:extLst>
          </p:cNvPr>
          <p:cNvSpPr/>
          <p:nvPr/>
        </p:nvSpPr>
        <p:spPr>
          <a:xfrm>
            <a:off x="1311729" y="479690"/>
            <a:ext cx="9568543" cy="589862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1EDA06-2D91-BCF9-2725-F723FACB36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61" t="15866" r="23273" b="19333"/>
          <a:stretch>
            <a:fillRect/>
          </a:stretch>
        </p:blipFill>
        <p:spPr>
          <a:xfrm>
            <a:off x="1408751" y="978409"/>
            <a:ext cx="9374498" cy="4933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1136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2D1C9-CEB7-1A64-A60C-BAF6B1CBC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A0E2A92-9D46-E30A-E2E4-A9904E4B0A9C}"/>
              </a:ext>
            </a:extLst>
          </p:cNvPr>
          <p:cNvSpPr/>
          <p:nvPr/>
        </p:nvSpPr>
        <p:spPr>
          <a:xfrm>
            <a:off x="1311729" y="479690"/>
            <a:ext cx="9568543" cy="589862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DE73D1-6905-0535-E750-3A5028C466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9853" y="1231582"/>
            <a:ext cx="9352294" cy="439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3579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46C17E-7ECF-FD09-D599-1D95C28E42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2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2A4816A-D166-0607-8BC3-D8956DC0C4F5}"/>
              </a:ext>
            </a:extLst>
          </p:cNvPr>
          <p:cNvSpPr/>
          <p:nvPr/>
        </p:nvSpPr>
        <p:spPr>
          <a:xfrm>
            <a:off x="0" y="1"/>
            <a:ext cx="7815159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58000">
                <a:schemeClr val="bg1">
                  <a:alpha val="30000"/>
                </a:schemeClr>
              </a:gs>
              <a:gs pos="100000">
                <a:schemeClr val="bg1">
                  <a:alpha val="0"/>
                </a:schemeClr>
              </a:gs>
            </a:gsLst>
            <a:lin ang="21594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0543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1</Words>
  <Application>Microsoft Office PowerPoint</Application>
  <PresentationFormat>Widescreen</PresentationFormat>
  <Paragraphs>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RESHAPER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 Cheloti Mulongo</dc:creator>
  <cp:lastModifiedBy>Paul Cheloti Mulongo</cp:lastModifiedBy>
  <cp:revision>6</cp:revision>
  <dcterms:created xsi:type="dcterms:W3CDTF">2026-08-26T20:34:26Z</dcterms:created>
  <dcterms:modified xsi:type="dcterms:W3CDTF">2026-08-27T17:18:28Z</dcterms:modified>
</cp:coreProperties>
</file>